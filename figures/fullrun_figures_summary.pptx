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论文复现实验结果简报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日期：2026-03-09</a:t>
            </a:r>
          </a:p>
          <a:p>
            <a:r>
              <a:t>姓名：______________</a:t>
            </a:r>
          </a:p>
          <a:p>
            <a:r>
              <a:t>内容：使用 figures/ 中全量（非冒烟）图片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本简报仅使用全量运行结果图（文件名不含 smoke）。</a:t>
            </a:r>
          </a:p>
          <a:p>
            <a:pPr>
              <a:defRPr sz="2200"/>
            </a:pPr>
            <a:r>
              <a:t>每张图单独一页，保留原图，附一行简要解读。</a:t>
            </a:r>
          </a:p>
          <a:p>
            <a:pPr>
              <a:defRPr sz="2200"/>
            </a:pPr>
            <a:r>
              <a:t>重点关注 Simulation 1 与 ETFDR Figure 1 扩展结果。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etfdr_fig1_cv_cvc_fdr_mse.png</a:t>
            </a:r>
          </a:p>
        </p:txBody>
      </p:sp>
      <p:pic>
        <p:nvPicPr>
          <p:cNvPr id="3" name="Picture 2" descr="etfdr_fig1_cv_cvc_fdr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6" y="731520"/>
            <a:ext cx="9091748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解读：比较 CV 与 CVC 在 FDR-MSE 维度上的差异。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etfdr_fig1_figure1_repro.png</a:t>
            </a:r>
          </a:p>
        </p:txBody>
      </p:sp>
      <p:pic>
        <p:nvPicPr>
          <p:cNvPr id="3" name="Picture 2" descr="etfdr_fig1_figure1_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5840" y="780288"/>
            <a:ext cx="11155680" cy="5205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解读：复现 ETFDR Figure 1 的主趋势，用于观察误差与变量选择风险的关系。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etfdr_fig1_ncv1_overlay_figure.png</a:t>
            </a:r>
          </a:p>
        </p:txBody>
      </p:sp>
      <p:pic>
        <p:nvPicPr>
          <p:cNvPr id="3" name="Picture 2" descr="etfdr_fig1_ncv1_overlay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5840" y="889657"/>
            <a:ext cx="11155680" cy="4987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解读：在同一框架下对比 CV/CVC/NCV 的 λ 路径表现。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sim1_alpha005_nonrejected_count.png</a:t>
            </a:r>
          </a:p>
        </p:txBody>
      </p:sp>
      <p:pic>
        <p:nvPicPr>
          <p:cNvPr id="3" name="Picture 2" descr="sim1_alpha005_nonrejected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731520"/>
            <a:ext cx="766064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解读：该图展示不可拒绝模型数量的变化，用于衡量置信集合宽度。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sim1_alpha005_selection_rate.png</a:t>
            </a:r>
          </a:p>
        </p:txBody>
      </p:sp>
      <p:pic>
        <p:nvPicPr>
          <p:cNvPr id="3" name="Picture 2" descr="sim1_alpha005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731520"/>
            <a:ext cx="766064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解读：该图展示不同方法在样本规模变化下的正确选模率趋势。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sim1_ncv_selection_rate.png</a:t>
            </a:r>
          </a:p>
        </p:txBody>
      </p:sp>
      <p:pic>
        <p:nvPicPr>
          <p:cNvPr id="3" name="Picture 2" descr="sim1_ncv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731520"/>
            <a:ext cx="82499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解读：该图展示不同方法在样本规模变化下的正确选模率趋势。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sim1_nonrejected_count.png</a:t>
            </a:r>
          </a:p>
        </p:txBody>
      </p:sp>
      <p:pic>
        <p:nvPicPr>
          <p:cNvPr id="3" name="Picture 2" descr="sim1_alpha005_nonrejected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731520"/>
            <a:ext cx="766064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解读：该图展示不可拒绝模型数量的变化，用于衡量置信集合宽度。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sim1_selection_rate.png</a:t>
            </a:r>
          </a:p>
        </p:txBody>
      </p:sp>
      <p:pic>
        <p:nvPicPr>
          <p:cNvPr id="3" name="Picture 2" descr="sim1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731520"/>
            <a:ext cx="766064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解读：该图展示不同方法在样本规模变化下的正确选模率趋势。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